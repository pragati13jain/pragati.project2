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306" r:id="rId33"/>
    <p:sldId id="307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dirty="0"/>
              <a:t>1. What is a conditional statement in programming?</a:t>
            </a:r>
            <a:endParaRPr lang="en-US" dirty="0"/>
          </a:p>
          <a:p>
            <a:pPr>
              <a:buNone/>
            </a:pPr>
            <a:r>
              <a:rPr lang="en-IN" dirty="0"/>
              <a:t>Ans -</a:t>
            </a:r>
            <a:r>
              <a:rPr lang="en-US" dirty="0"/>
              <a:t>A conditional statement is used to make decisions based on whether a condition is true or false.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2. What does an if statement do?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Ans-An if statement checks a condition. If the condition is true, the code inside the if block is executed. If the condition is false, the code inside the block is skipped.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u="sng" dirty="0"/>
              <a:t>SYNTAX </a:t>
            </a:r>
            <a:r>
              <a:rPr lang="en-US" dirty="0"/>
              <a:t>:if (condition)</a:t>
            </a:r>
          </a:p>
          <a:p>
            <a:pPr marL="0" indent="0">
              <a:buNone/>
            </a:pPr>
            <a:r>
              <a:rPr lang="en-US" dirty="0"/>
              <a:t>                { </a:t>
            </a:r>
          </a:p>
          <a:p>
            <a:pPr marL="0" indent="0">
              <a:buNone/>
            </a:pPr>
            <a:r>
              <a:rPr lang="en-US" dirty="0"/>
              <a:t>                       // statements</a:t>
            </a:r>
          </a:p>
          <a:p>
            <a:pPr marL="0" indent="0">
              <a:buNone/>
            </a:pPr>
            <a:r>
              <a:rPr lang="en-US" dirty="0"/>
              <a:t>                }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dirty="0"/>
              <a:t>3. What is the purpose of an else block?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Ans-</a:t>
            </a:r>
            <a:r>
              <a:rPr lang="en-US" dirty="0"/>
              <a:t>The else block provides an alternative action when the if condition is false. It ensures that the program can handle both possible situations.</a:t>
            </a:r>
          </a:p>
          <a:p>
            <a:pPr marL="0" indent="0">
              <a:buNone/>
            </a:pPr>
            <a:r>
              <a:rPr lang="en-US" dirty="0"/>
              <a:t>EXAMPLE:    if (marks &gt;= 50)</a:t>
            </a:r>
          </a:p>
          <a:p>
            <a:pPr marL="0" indent="0">
              <a:buNone/>
            </a:pPr>
            <a:r>
              <a:rPr lang="en-US" dirty="0"/>
              <a:t>                        {</a:t>
            </a:r>
          </a:p>
          <a:p>
            <a:pPr marL="0" indent="0">
              <a:buNone/>
            </a:pPr>
            <a:r>
              <a:rPr lang="en-US" dirty="0"/>
              <a:t>                               </a:t>
            </a:r>
            <a:r>
              <a:rPr lang="en-US" dirty="0" err="1"/>
              <a:t>cout</a:t>
            </a:r>
            <a:r>
              <a:rPr lang="en-US" dirty="0"/>
              <a:t> &lt;&lt; "Pass";</a:t>
            </a:r>
          </a:p>
          <a:p>
            <a:pPr marL="0" indent="0">
              <a:buNone/>
            </a:pPr>
            <a:r>
              <a:rPr lang="en-US" dirty="0"/>
              <a:t>                         }</a:t>
            </a:r>
          </a:p>
          <a:p>
            <a:pPr marL="0" indent="0">
              <a:buNone/>
            </a:pPr>
            <a:r>
              <a:rPr lang="en-US" dirty="0"/>
              <a:t>                          else</a:t>
            </a:r>
          </a:p>
          <a:p>
            <a:pPr marL="0" indent="0">
              <a:buNone/>
            </a:pPr>
            <a:r>
              <a:rPr lang="en-US" dirty="0"/>
              <a:t>                        {</a:t>
            </a:r>
          </a:p>
          <a:p>
            <a:pPr marL="0" indent="0">
              <a:buNone/>
            </a:pPr>
            <a:r>
              <a:rPr lang="en-US" dirty="0"/>
              <a:t>                                </a:t>
            </a:r>
            <a:r>
              <a:rPr lang="en-US" dirty="0" err="1"/>
              <a:t>cout</a:t>
            </a:r>
            <a:r>
              <a:rPr lang="en-US" dirty="0"/>
              <a:t> &lt;&lt; "Fail";</a:t>
            </a:r>
          </a:p>
          <a:p>
            <a:pPr marL="0" indent="0">
              <a:buNone/>
            </a:pPr>
            <a:r>
              <a:rPr lang="en-US" dirty="0"/>
              <a:t>                         }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4. When is an else block executed?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Ans-The else block runs when the if condition evaluates to false.</a:t>
            </a:r>
          </a:p>
          <a:p>
            <a:pPr marL="0" indent="0">
              <a:buNone/>
            </a:pPr>
            <a:r>
              <a:rPr lang="en-US" dirty="0"/>
              <a:t>For example: if the condition age &gt;= 18 is false, the statements inside the else block will run.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5. What is a Boolean expression?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Ans-</a:t>
            </a:r>
            <a:r>
              <a:rPr lang="en-US" dirty="0"/>
              <a:t>A Boolean expression is a test that evaluates to true or false.</a:t>
            </a:r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10 &gt; 5 → True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8 == 10 → False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  7 != 3 → True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6. Write the syntax of a simple if statement.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Ans- </a:t>
            </a:r>
            <a:r>
              <a:rPr lang="en-IN" u="sng" dirty="0"/>
              <a:t>SYNTAX</a:t>
            </a:r>
            <a:r>
              <a:rPr lang="en-IN" dirty="0"/>
              <a:t>:  if (condition)</a:t>
            </a:r>
          </a:p>
          <a:p>
            <a:pPr marL="0" indent="0">
              <a:buNone/>
            </a:pPr>
            <a:r>
              <a:rPr lang="en-IN" dirty="0"/>
              <a:t>                         {</a:t>
            </a:r>
          </a:p>
          <a:p>
            <a:pPr marL="0" indent="0">
              <a:buNone/>
            </a:pPr>
            <a:r>
              <a:rPr lang="en-IN" dirty="0"/>
              <a:t>                              // statements</a:t>
            </a:r>
          </a:p>
          <a:p>
            <a:pPr marL="0" indent="0">
              <a:buNone/>
            </a:pPr>
            <a:r>
              <a:rPr lang="en-IN" dirty="0"/>
              <a:t>                            }</a:t>
            </a:r>
          </a:p>
          <a:p>
            <a:pPr marL="0" indent="0">
              <a:buNone/>
            </a:pPr>
            <a:r>
              <a:rPr lang="en-US" dirty="0"/>
              <a:t>The program first checks the condition. If it is true, the statements inside the braces are executed.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7. What operator is commonly used to test equality?</a:t>
            </a:r>
            <a:r>
              <a:rPr lang="en-US" dirty="0"/>
              <a:t>  </a:t>
            </a:r>
          </a:p>
          <a:p>
            <a:pPr marL="0" indent="0">
              <a:buNone/>
            </a:pPr>
            <a:r>
              <a:rPr lang="en-US" dirty="0"/>
              <a:t>Ans-The equality operator == is used to check whether two values are equal.</a:t>
            </a:r>
          </a:p>
          <a:p>
            <a:pPr marL="0" indent="0">
              <a:buNone/>
            </a:pPr>
            <a:r>
              <a:rPr lang="en-US" dirty="0"/>
              <a:t>Example: if (a == b)</a:t>
            </a:r>
          </a:p>
          <a:p>
            <a:pPr marL="0" indent="0">
              <a:buNone/>
            </a:pPr>
            <a:r>
              <a:rPr lang="en-US" dirty="0"/>
              <a:t>                 {    </a:t>
            </a:r>
          </a:p>
          <a:p>
            <a:pPr marL="0" indent="0">
              <a:buNone/>
            </a:pPr>
            <a:r>
              <a:rPr lang="en-US" dirty="0"/>
              <a:t>                 </a:t>
            </a:r>
            <a:r>
              <a:rPr lang="en-US" dirty="0" err="1"/>
              <a:t>cout</a:t>
            </a:r>
            <a:r>
              <a:rPr lang="en-US" dirty="0"/>
              <a:t> &lt;&lt; "Both numbers are equal."; </a:t>
            </a:r>
          </a:p>
          <a:p>
            <a:pPr marL="0" indent="0">
              <a:buNone/>
            </a:pPr>
            <a:r>
              <a:rPr lang="en-US" dirty="0"/>
              <a:t>                  }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8. What does the modulus (%) operator return?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ANS-The modulus operator (%) returns the remainder after dividing one number by another.</a:t>
            </a:r>
          </a:p>
          <a:p>
            <a:pPr marL="0" indent="0">
              <a:buNone/>
            </a:pPr>
            <a:r>
              <a:rPr lang="en-IN" dirty="0"/>
              <a:t>Examples:</a:t>
            </a:r>
          </a:p>
          <a:p>
            <a:pPr marL="0" indent="0">
              <a:buNone/>
            </a:pPr>
            <a:r>
              <a:rPr lang="en-IN" dirty="0"/>
              <a:t>10 % 3 = 1</a:t>
            </a:r>
          </a:p>
          <a:p>
            <a:pPr marL="0" indent="0">
              <a:buNone/>
            </a:pPr>
            <a:r>
              <a:rPr lang="en-IN" dirty="0"/>
              <a:t>15 % 5 = 0</a:t>
            </a:r>
          </a:p>
          <a:p>
            <a:pPr marL="0" indent="0">
              <a:buNone/>
            </a:pPr>
            <a:r>
              <a:rPr lang="en-IN" dirty="0"/>
              <a:t>9 % 2 = 1.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9. How can you check if a number is even?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ANS -A number is even if it is divisible by 2 and leaves no remainder.</a:t>
            </a:r>
          </a:p>
          <a:p>
            <a:pPr marL="0" indent="0">
              <a:buNone/>
            </a:pPr>
            <a:r>
              <a:rPr lang="en-US" dirty="0"/>
              <a:t>Example:  if (num % 2 == 0) </a:t>
            </a:r>
          </a:p>
          <a:p>
            <a:pPr marL="0" indent="0">
              <a:buNone/>
            </a:pPr>
            <a:r>
              <a:rPr lang="en-US" dirty="0"/>
              <a:t>                     { </a:t>
            </a:r>
          </a:p>
          <a:p>
            <a:pPr marL="0" indent="0">
              <a:buNone/>
            </a:pPr>
            <a:r>
              <a:rPr lang="en-US" dirty="0"/>
              <a:t>                            </a:t>
            </a:r>
            <a:r>
              <a:rPr lang="en-US" dirty="0" err="1"/>
              <a:t>cout</a:t>
            </a:r>
            <a:r>
              <a:rPr lang="en-US" dirty="0"/>
              <a:t> &lt;&lt; "The number is even.";</a:t>
            </a:r>
          </a:p>
          <a:p>
            <a:pPr marL="0" indent="0">
              <a:buNone/>
            </a:pPr>
            <a:r>
              <a:rPr lang="en-US" dirty="0"/>
              <a:t>                      }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10. How can you check if a number is odd?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Ans-A number is odd if it is not divisible by 2 or leaves a remainder of 1 after division.</a:t>
            </a:r>
          </a:p>
          <a:p>
            <a:pPr marL="0" indent="0">
              <a:buNone/>
            </a:pPr>
            <a:r>
              <a:rPr lang="en-US" dirty="0"/>
              <a:t>EXAMPLE :if (num % 2 != 0)</a:t>
            </a:r>
          </a:p>
          <a:p>
            <a:pPr marL="0" indent="0">
              <a:buNone/>
            </a:pPr>
            <a:r>
              <a:rPr lang="en-US" dirty="0"/>
              <a:t>                    { </a:t>
            </a:r>
          </a:p>
          <a:p>
            <a:pPr marL="0" indent="0">
              <a:buNone/>
            </a:pPr>
            <a:r>
              <a:rPr lang="en-US" dirty="0"/>
              <a:t>                      </a:t>
            </a:r>
            <a:r>
              <a:rPr lang="en-US" dirty="0" err="1"/>
              <a:t>cout</a:t>
            </a:r>
            <a:r>
              <a:rPr lang="en-US" dirty="0"/>
              <a:t> &lt;&lt; "The number is odd.";</a:t>
            </a:r>
          </a:p>
          <a:p>
            <a:pPr marL="0" indent="0">
              <a:buNone/>
            </a:pPr>
            <a:r>
              <a:rPr lang="en-US" dirty="0"/>
              <a:t>                      }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11. What is the purpose of else-if?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Ans-It is used to check another condition when the previous if condition is false.</a:t>
            </a:r>
          </a:p>
          <a:p>
            <a:pPr marL="0" indent="0">
              <a:buNone/>
            </a:pPr>
            <a:r>
              <a:rPr lang="en-US" dirty="0"/>
              <a:t>It helps us choose the correct action from multiple options.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12. What is a nested if statement?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Ans-</a:t>
            </a:r>
            <a:r>
              <a:rPr lang="en-US" dirty="0"/>
              <a:t>A nested if is an if statement written inside another if statement.</a:t>
            </a:r>
          </a:p>
          <a:p>
            <a:pPr marL="0" indent="0">
              <a:buNone/>
            </a:pPr>
            <a:r>
              <a:rPr lang="en-US" dirty="0"/>
              <a:t>For example, before allowing a person to vote, we can first check if they are 18 years old and then check if they are an Indian citizen.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13. Can an if statement exist without an else?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Ans-</a:t>
            </a:r>
            <a:r>
              <a:rPr lang="en-US" dirty="0"/>
              <a:t>Yes, an if statement can be used without an else statement.</a:t>
            </a:r>
          </a:p>
          <a:p>
            <a:pPr marL="0" indent="0">
              <a:buNone/>
            </a:pPr>
            <a:r>
              <a:rPr lang="en-US" dirty="0"/>
              <a:t>An else block is optional and is only needed when we want to perform an alternative action.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14. What is the output when a false condition is tested in an if statement without else?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Ans-</a:t>
            </a:r>
            <a:r>
              <a:rPr lang="en-US" dirty="0"/>
              <a:t>When the condition is false and there is no else block, nothing inside the if block is executed. The program continues with the next line of code.</a:t>
            </a:r>
          </a:p>
          <a:p>
            <a:pPr marL="0" indent="0">
              <a:buNone/>
            </a:pPr>
            <a:r>
              <a:rPr lang="en-US" dirty="0"/>
              <a:t> the computer ignores the if block and moves ahead.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15. What is the role of braces {} in C/C++ conditionals?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Ans-</a:t>
            </a:r>
            <a:r>
              <a:rPr lang="en-US" dirty="0"/>
              <a:t>Braces group multiple statements into one block and improve code readability.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if (a &gt; b)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("A is greater");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("\</a:t>
            </a:r>
            <a:r>
              <a:rPr lang="en-US" dirty="0" err="1"/>
              <a:t>nDone</a:t>
            </a:r>
            <a:r>
              <a:rPr lang="en-US" dirty="0"/>
              <a:t>");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16. What does &gt; mean?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Ans-</a:t>
            </a:r>
            <a:r>
              <a:rPr lang="en-US" dirty="0"/>
              <a:t>It is the greater than operator.</a:t>
            </a:r>
          </a:p>
          <a:p>
            <a:pPr marL="0" indent="0">
              <a:buNone/>
            </a:pPr>
            <a:r>
              <a:rPr lang="en-US" dirty="0"/>
              <a:t>Example: if (10 &gt; 5)    </a:t>
            </a:r>
          </a:p>
          <a:p>
            <a:pPr marL="0" indent="0">
              <a:buNone/>
            </a:pPr>
            <a:r>
              <a:rPr lang="en-US" dirty="0"/>
              <a:t>          </a:t>
            </a:r>
            <a:r>
              <a:rPr lang="en-US" sz="2800" dirty="0"/>
              <a:t>{</a:t>
            </a:r>
          </a:p>
          <a:p>
            <a:pPr marL="0" indent="0">
              <a:buNone/>
            </a:pPr>
            <a:r>
              <a:rPr lang="en-US" sz="2800" dirty="0"/>
              <a:t>                  </a:t>
            </a:r>
            <a:r>
              <a:rPr lang="en-US" dirty="0" err="1"/>
              <a:t>printf</a:t>
            </a:r>
            <a:r>
              <a:rPr lang="en-US" dirty="0"/>
              <a:t>("True");</a:t>
            </a:r>
          </a:p>
          <a:p>
            <a:pPr marL="0" indent="0">
              <a:buNone/>
            </a:pPr>
            <a:r>
              <a:rPr lang="en-US" dirty="0"/>
              <a:t>                }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17. What does &lt; mean?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Ans- </a:t>
            </a:r>
            <a:r>
              <a:rPr lang="en-US" dirty="0"/>
              <a:t>It is the less than operator.</a:t>
            </a:r>
          </a:p>
          <a:p>
            <a:pPr marL="0" indent="0">
              <a:buNone/>
            </a:pPr>
            <a:r>
              <a:rPr lang="en-US" dirty="0"/>
              <a:t>Example: if (3 &lt; 8)   </a:t>
            </a:r>
          </a:p>
          <a:p>
            <a:pPr marL="0" indent="0">
              <a:buNone/>
            </a:pPr>
            <a:r>
              <a:rPr lang="en-US" sz="2800" dirty="0"/>
              <a:t>{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printf</a:t>
            </a:r>
            <a:r>
              <a:rPr lang="en-US" dirty="0"/>
              <a:t>("True");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18. What does &gt;= mean?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Ans-</a:t>
            </a:r>
            <a:r>
              <a:rPr lang="en-US" dirty="0"/>
              <a:t>It means greater than or equal to.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if (age &gt;= 18)</a:t>
            </a:r>
          </a:p>
          <a:p>
            <a:pPr marL="0" indent="0">
              <a:buNone/>
            </a:pPr>
            <a:r>
              <a:rPr lang="en-US" sz="2800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("Eligible");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19. What does &lt;= mean?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Ans-</a:t>
            </a:r>
            <a:r>
              <a:rPr lang="en-US" dirty="0"/>
              <a:t>It means less than or equal to.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if (marks &lt;= 50)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("Need Improvement");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20. What does != mean?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It means not equal to.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if (a != b)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("Values are different");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21. What is a switch statement?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 switch statement is used to select one block of code from multiple options based on a value.</a:t>
            </a:r>
          </a:p>
          <a:p>
            <a:pPr marL="0" indent="0">
              <a:buNone/>
            </a:pPr>
            <a:r>
              <a:rPr lang="en-US" dirty="0"/>
              <a:t>Example:  switch(day)</a:t>
            </a:r>
          </a:p>
          <a:p>
            <a:pPr marL="0" indent="0">
              <a:buNone/>
            </a:pPr>
            <a:r>
              <a:rPr lang="en-US" dirty="0"/>
              <a:t>                      {</a:t>
            </a:r>
          </a:p>
          <a:p>
            <a:pPr marL="0" indent="0">
              <a:buNone/>
            </a:pPr>
            <a:r>
              <a:rPr lang="en-US" dirty="0"/>
              <a:t>                         case 1:</a:t>
            </a:r>
          </a:p>
          <a:p>
            <a:pPr marL="0" indent="0">
              <a:buNone/>
            </a:pPr>
            <a:r>
              <a:rPr lang="en-US" dirty="0"/>
              <a:t>                            </a:t>
            </a:r>
            <a:r>
              <a:rPr lang="en-US" dirty="0" err="1"/>
              <a:t>printf</a:t>
            </a:r>
            <a:r>
              <a:rPr lang="en-US" dirty="0"/>
              <a:t>("Monday");</a:t>
            </a:r>
          </a:p>
          <a:p>
            <a:pPr marL="0" indent="0">
              <a:buNone/>
            </a:pPr>
            <a:r>
              <a:rPr lang="en-US" dirty="0"/>
              <a:t>                           break;</a:t>
            </a:r>
          </a:p>
          <a:p>
            <a:pPr marL="0" indent="0">
              <a:buNone/>
            </a:pPr>
            <a:r>
              <a:rPr lang="en-US" dirty="0"/>
              <a:t>                                }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22. What is a case label in a switch statement?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 case label represents a specific value that is compared with the switch expression.</a:t>
            </a:r>
          </a:p>
          <a:p>
            <a:pPr marL="0" indent="0">
              <a:buNone/>
            </a:pPr>
            <a:r>
              <a:rPr lang="en-US" dirty="0"/>
              <a:t>Example:             case 2: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("Tuesday");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23. Why is break used in switch?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Break is used to exit the switch statement after executing a case.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24. What happens if break is omitted?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Break is used to exit the switch statement after executing a case.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25. What is the default case in switch?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default case is executed when none of the case values match.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default: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("Invalid Choice");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26. Can switch compare strings in C++?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No, a switch statement cannot directly compare strings in C or C++. It works with integer or character values.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27. Which statement is better for many constant choices: if-else or switch?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Switch is better because it makes the code simpler and easier to read.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28. How do you test whether a value is positive?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Check if the value is greater than zero.</a:t>
            </a:r>
          </a:p>
          <a:p>
            <a:pPr marL="0" indent="0">
              <a:buNone/>
            </a:pPr>
            <a:r>
              <a:rPr lang="en-US" dirty="0"/>
              <a:t>Example: if (num &gt; 0) 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dirty="0" err="1"/>
              <a:t>printf</a:t>
            </a:r>
            <a:r>
              <a:rPr lang="en-US" dirty="0"/>
              <a:t>("Positive");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29. How do you test whether a value is negative?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Check if the value is less than zero.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C</a:t>
            </a:r>
          </a:p>
          <a:p>
            <a:pPr marL="0" indent="0">
              <a:buNone/>
            </a:pPr>
            <a:r>
              <a:rPr lang="en-US" dirty="0"/>
              <a:t>if (num &lt; 0)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("Negative");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30. How do you test whether a value is zero?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Check if the value is equal to zero.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C</a:t>
            </a:r>
          </a:p>
          <a:p>
            <a:pPr marL="0" indent="0">
              <a:buNone/>
            </a:pPr>
            <a:r>
              <a:rPr lang="en-US" dirty="0"/>
              <a:t>if (num == 0)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("Zero");</a:t>
            </a:r>
            <a:endParaRPr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31. Write a condition to check if age is at least 18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if (age &gt;= 18).</a:t>
            </a:r>
          </a:p>
          <a:p>
            <a:pPr marL="0" indent="0">
              <a:buNone/>
            </a:pPr>
            <a:r>
              <a:rPr lang="en-US" dirty="0"/>
              <a:t>Example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(age &gt;= 18)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("Eligible to vote");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("Not eligible to vote");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CD1E5-BCC7-B64A-B657-333ED024E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50988-1DC6-5C56-74AB-1B8468BCC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32.Write the condition to check if marks are above 50?</a:t>
            </a:r>
          </a:p>
          <a:p>
            <a:pPr marL="0" indent="0">
              <a:buNone/>
            </a:pPr>
            <a:r>
              <a:rPr lang="en-US" dirty="0"/>
              <a:t>To check whether a student's marks are above 50, we use the condition:</a:t>
            </a:r>
          </a:p>
          <a:p>
            <a:pPr marL="0" indent="0">
              <a:buNone/>
            </a:pPr>
            <a:r>
              <a:rPr lang="en-US" dirty="0"/>
              <a:t>if (marks &gt; 50)</a:t>
            </a:r>
          </a:p>
          <a:p>
            <a:pPr marL="0" indent="0">
              <a:buNone/>
            </a:pPr>
            <a:r>
              <a:rPr lang="en-US" dirty="0"/>
              <a:t>Example :-</a:t>
            </a:r>
          </a:p>
          <a:p>
            <a:pPr marL="0" indent="0">
              <a:buNone/>
            </a:pPr>
            <a:r>
              <a:rPr lang="en-US" dirty="0"/>
              <a:t>if (marks &gt; 50)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("Student has passed.");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("Student has not passed.");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8806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46E37-2B46-21FB-AFC7-FC50266DF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CCB90-24A2-0F65-8E08-D038B51E2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33.Write the decision making in programming ?</a:t>
            </a:r>
          </a:p>
          <a:p>
            <a:pPr marL="0" indent="0">
              <a:buNone/>
            </a:pPr>
            <a:r>
              <a:rPr lang="en-US" dirty="0"/>
              <a:t>Decision making is the process of choosing different actions based on whether a condition is true or false.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88322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34. Can nested if statements have multiple levels?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Yes, nested if statements can have multiple levels depending on the program's requirements.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35. What is logical AND (&amp;&amp;)?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&amp;&amp; operator returns true only when both conditions are true.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if (age &gt;= 18 &amp;&amp; citizen == 1)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36. What is logical OR (||)?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|| operator returns true if at least one condition is true.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if (a &gt; 0 || b &gt; 0)</a:t>
            </a:r>
            <a:endParaRPr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37. What is logical NOT (!)?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! operator reverses the result of a condition. It changes true to false and false to true.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if (!flag)</a:t>
            </a:r>
            <a:endParaRPr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dirty="0"/>
              <a:t>38. How do you check if a year is divisible by 4?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To check whether a year is divisible by 4, we use the modulus (%) operator. The modulus operator returns the remainder after division. If the remainder is 0, it means the year is completely divisible by 4.</a:t>
            </a:r>
          </a:p>
          <a:p>
            <a:pPr marL="0" indent="0">
              <a:buNone/>
            </a:pPr>
            <a:r>
              <a:rPr lang="en-US" dirty="0"/>
              <a:t>The condition used is:</a:t>
            </a:r>
          </a:p>
          <a:p>
            <a:pPr marL="0" indent="0">
              <a:buNone/>
            </a:pPr>
            <a:r>
              <a:rPr lang="en-US" dirty="0"/>
              <a:t>C</a:t>
            </a:r>
          </a:p>
          <a:p>
            <a:pPr marL="0" indent="0">
              <a:buNone/>
            </a:pPr>
            <a:r>
              <a:rPr lang="en-US" dirty="0"/>
              <a:t>if (year % 4 == 0)</a:t>
            </a:r>
          </a:p>
          <a:p>
            <a:pPr marL="0" indent="0">
              <a:buNone/>
            </a:pPr>
            <a:r>
              <a:rPr lang="en-US" dirty="0"/>
              <a:t>Example in C/C++:</a:t>
            </a:r>
          </a:p>
          <a:p>
            <a:pPr marL="0" indent="0">
              <a:buNone/>
            </a:pPr>
            <a:r>
              <a:rPr lang="en-US" dirty="0"/>
              <a:t>C</a:t>
            </a:r>
          </a:p>
          <a:p>
            <a:pPr marL="0" indent="0">
              <a:buNone/>
            </a:pPr>
            <a:r>
              <a:rPr lang="en-US" dirty="0"/>
              <a:t>int year = 2024;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(year % 4 == 0)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("The year is divisible by 4.");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("The year is not divisible by 4.");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39. What is a leap year?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A leap year is a year with 366 days. It usually occurs every four years.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40. What is the first condition for a leap year?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The first condition is that the year must be divisible by 4.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if (year % 4 == 0)</a:t>
            </a:r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41. How do you find the largest of two numbers?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To find the largest of two numbers, we compare them using the greater than (&gt;) operator. If the first number is greater than the second, it is the largest; otherwise, the second number is larger.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C</a:t>
            </a:r>
          </a:p>
          <a:p>
            <a:pPr marL="0" indent="0">
              <a:buNone/>
            </a:pPr>
            <a:r>
              <a:rPr lang="en-US" dirty="0"/>
              <a:t>if (a &gt; b)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("A is the largest");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("B is the largest");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dirty="0"/>
              <a:t>42. How do you find the largest of three numbers?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To find the largest of three numbers, compare each number with the other two using if and else if statements.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C</a:t>
            </a:r>
          </a:p>
          <a:p>
            <a:pPr marL="0" indent="0">
              <a:buNone/>
            </a:pPr>
            <a:r>
              <a:rPr lang="en-US" dirty="0"/>
              <a:t>if (a &gt; b &amp;&amp; a &gt; c)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("A is the largest");</a:t>
            </a:r>
          </a:p>
          <a:p>
            <a:pPr marL="0" indent="0">
              <a:buNone/>
            </a:pPr>
            <a:r>
              <a:rPr lang="en-US" dirty="0"/>
              <a:t>else if (b &gt; a &amp;&amp; b &gt; c)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("B is the largest");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("C is the largest");</a:t>
            </a:r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dirty="0"/>
              <a:t>43. What is an if-else-if ladder?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An if-else-if ladder is a series of conditions checked one after another. If one condition is true, its block is executed and the remaining conditions are skipped.</a:t>
            </a:r>
          </a:p>
          <a:p>
            <a:pPr marL="0" indent="0">
              <a:buNone/>
            </a:pPr>
            <a:r>
              <a:rPr lang="en-US" dirty="0"/>
              <a:t>It is useful when there are multiple possible choices.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if (marks &gt;= 90)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("Grade A");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else if (marks &gt;= 75)</a:t>
            </a:r>
          </a:p>
          <a:p>
            <a:pPr marL="0" indent="0">
              <a:buNone/>
            </a:pPr>
            <a:r>
              <a:rPr lang="en-US" dirty="0"/>
              <a:t>  {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printf</a:t>
            </a:r>
            <a:r>
              <a:rPr lang="en-US" dirty="0"/>
              <a:t>("Grade B");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Else</a:t>
            </a:r>
          </a:p>
          <a:p>
            <a:pPr marL="0" indent="0">
              <a:buNone/>
            </a:pPr>
            <a:r>
              <a:rPr lang="en-US" sz="3600" dirty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("Grade C");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dirty="0"/>
              <a:t>44. What is the difference between if and switch?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The if statement can test simple or complex conditions, including ranges and logical expressions. A switch statement is used to compare one variable with fixed constant values.</a:t>
            </a:r>
          </a:p>
          <a:p>
            <a:pPr marL="0" indent="0">
              <a:buNone/>
            </a:pPr>
            <a:r>
              <a:rPr lang="en-US" dirty="0"/>
              <a:t>For example, if is better for checking marks (marks &gt; 50), while switch is useful for menu choices (case 1, case 2, etc.).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45. Can switch use ranges directly?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No, a switch statement cannot use ranges directly. Each case must contain a single constant value.</a:t>
            </a:r>
          </a:p>
          <a:p>
            <a:pPr marL="0" indent="0">
              <a:buNone/>
            </a:pPr>
            <a:r>
              <a:rPr lang="en-US" dirty="0"/>
              <a:t>For checking ranges like marks &gt;= 50 &amp;&amp; marks &lt; 75, if-else statements should be used instead.</a:t>
            </a:r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46. What is fall-through in switch?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Fall-through occurs when the break statement is omitted from a case. In this situation, the program continues executing the statements in the next case without checking its value.</a:t>
            </a:r>
          </a:p>
          <a:p>
            <a:pPr marL="0" indent="0">
              <a:buNone/>
            </a:pPr>
            <a:r>
              <a:rPr lang="en-US" dirty="0"/>
              <a:t>To avoid unwanted execution, a break statement should usually be included after each case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47. What data type is usually used for conditions?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The bool (Boolean) data type is commonly used for conditions in C++. It stores only two values: true or false.</a:t>
            </a:r>
          </a:p>
          <a:p>
            <a:pPr marL="0" indent="0">
              <a:buNone/>
            </a:pPr>
            <a:r>
              <a:rPr lang="en-US" dirty="0"/>
              <a:t>In C, conditions also evaluate to integer values where 0 represents false and any non-zero value represents true.</a:t>
            </a:r>
            <a:endParaRPr lang="en-IN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48. Why are conditional statements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Conditional statements are important because they enable a program to make decisions based on different situations. They allow the program to execute different blocks of code depending on whether a condition is true or false.</a:t>
            </a:r>
          </a:p>
          <a:p>
            <a:pPr marL="0" indent="0">
              <a:buNone/>
            </a:pPr>
            <a:r>
              <a:rPr lang="en-US" dirty="0"/>
              <a:t>Without conditional statements, programs would always follow the same sequence of instructions and could not respond to different inputs.</a:t>
            </a:r>
            <a:r>
              <a:rPr dirty="0"/>
              <a:t> important?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49. Give one real-life example of a conditional statement</a:t>
            </a:r>
            <a:r>
              <a:rPr lang="en-IN" dirty="0"/>
              <a:t>?</a:t>
            </a:r>
          </a:p>
          <a:p>
            <a:pPr marL="0" indent="0">
              <a:buNone/>
            </a:pPr>
            <a:r>
              <a:rPr lang="en-US" dirty="0"/>
              <a:t>A common real-life example is a traffic signal.</a:t>
            </a:r>
          </a:p>
          <a:p>
            <a:pPr marL="0" indent="0">
              <a:buNone/>
            </a:pPr>
            <a:r>
              <a:rPr lang="en-US" dirty="0"/>
              <a:t>If the traffic light is green, vehicles move.</a:t>
            </a:r>
          </a:p>
          <a:p>
            <a:pPr marL="0" indent="0">
              <a:buNone/>
            </a:pPr>
            <a:r>
              <a:rPr lang="en-US" dirty="0"/>
              <a:t>Else if the light is yellow, vehicles slow down.</a:t>
            </a:r>
          </a:p>
          <a:p>
            <a:pPr marL="0" indent="0">
              <a:buNone/>
            </a:pPr>
            <a:r>
              <a:rPr lang="en-US" dirty="0"/>
              <a:t>Else (red light), vehicles stop.</a:t>
            </a:r>
          </a:p>
          <a:p>
            <a:pPr marL="0" indent="0">
              <a:buNone/>
            </a:pPr>
            <a:r>
              <a:rPr lang="en-US" dirty="0"/>
              <a:t>This is similar to how conditional statements work in programming by making decisions based on conditions.</a:t>
            </a: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50. Name four conditional structures covered</a:t>
            </a:r>
            <a:r>
              <a:rPr lang="en-IN" dirty="0"/>
              <a:t>?</a:t>
            </a:r>
          </a:p>
          <a:p>
            <a:pPr marL="0" indent="0">
              <a:buNone/>
            </a:pPr>
            <a:r>
              <a:rPr lang="en-US" dirty="0"/>
              <a:t>The four main conditional structures covered are:</a:t>
            </a:r>
          </a:p>
          <a:p>
            <a:pPr marL="0" indent="0">
              <a:buNone/>
            </a:pPr>
            <a:r>
              <a:rPr lang="en-US" dirty="0"/>
              <a:t>if statement</a:t>
            </a:r>
          </a:p>
          <a:p>
            <a:pPr marL="0" indent="0">
              <a:buNone/>
            </a:pPr>
            <a:r>
              <a:rPr lang="en-US" dirty="0"/>
              <a:t>if-else statement</a:t>
            </a:r>
          </a:p>
          <a:p>
            <a:pPr marL="0" indent="0">
              <a:buNone/>
            </a:pPr>
            <a:r>
              <a:rPr lang="en-US" dirty="0"/>
              <a:t>if-else-if ladder</a:t>
            </a:r>
          </a:p>
          <a:p>
            <a:pPr marL="0" indent="0">
              <a:buNone/>
            </a:pPr>
            <a:r>
              <a:rPr lang="en-US" dirty="0"/>
              <a:t>switch statement</a:t>
            </a:r>
          </a:p>
          <a:p>
            <a:pPr marL="0" indent="0">
              <a:buNone/>
            </a:pPr>
            <a:r>
              <a:rPr lang="en-US" dirty="0"/>
              <a:t>These structures are used to control the flow of a program and make decisions based on different conditions.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2338</Words>
  <Application>Microsoft Office PowerPoint</Application>
  <PresentationFormat>On-screen Show (4:3)</PresentationFormat>
  <Paragraphs>332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 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  <vt:lpstr>Question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</dc:title>
  <dc:subject/>
  <dc:creator>Naitik jain</dc:creator>
  <cp:keywords/>
  <dc:description>generated using python-pptx</dc:description>
  <cp:lastModifiedBy>Naitik jain</cp:lastModifiedBy>
  <cp:revision>5</cp:revision>
  <dcterms:created xsi:type="dcterms:W3CDTF">2013-01-27T09:14:16Z</dcterms:created>
  <dcterms:modified xsi:type="dcterms:W3CDTF">2026-06-17T07:07:52Z</dcterms:modified>
  <cp:category/>
</cp:coreProperties>
</file>